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paracetamol given after the measles-rubella vaccine lower the antibody response in nine-month-old infants in Jaipur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Asha Verma (demo student), MA Psychology, Jaipur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Background. Trials in Europe found lower antibody responses when infants were given paracetamol at vaccination, but a search of OpenAlex and PubMed for 2009 to 2025 found no Indian study of measles…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Measles still kills children where vaccine coverage is low, and two doses of a measles-containing vaccine prevent almost all cases (Moss &amp; Griffin, 2012).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randomised trial, infants given prophylactic paracetamol at vaccination had lower antibody responses to several vaccines (Prymula et al., 2009).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Trials in Europe found lower antibody responses when infants were given paracetamol at vaccination, but a search of OpenAlex and PubMed for 2009 to 2025 found no Indian study of measles antibody…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present study asked: Does paracetamol given after the measles-rubella vaccine lower the antibody response in nine-month-old infants in Jaipur?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H1: Infants given paracetamol after MR1 will seroconvert less often than infants not given paracetamol.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Seroconversion will not differ between boys and girls.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Materials and Methods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was a cohort study.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Participants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Infants born in the simulated Janani cohort, Jaipur, who received the first measles-rubella dose (MR1) at 9 months.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Measures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Seroconversion. Recorded as yes or no.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Paracetamol after MR1. Recorded as yes or no.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 sex. Recorded as: Boy, Girl.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weight. Measured with the instrument or laboratory method described in section 2.4.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birth weight. Recorded as: Yes, No.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Instruments and laboratory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weight. Babies were weighed undressed within 24 hours of birth on a digital infant scale (model Seca 334) to the nearest 10 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Procedure and ethics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study was approved by the Institutional Ethics Committee, Department of Psychology, Demo College, Jaipur (reference IEC/PSY/2026/B, 20 October 2026). [how consent was taken, where and when data…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hypothesis was tested with a logistic regression.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for each hypothesis follow.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chi-square test of independence showed a significant association between paracetamol after MR1 and seroconversion, χ²(1, N = 1133) = 11.42, p &lt; .001, Cramér's V = 0.10.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chi-square test of independence showed no significant association between infant sex and seroconversion, χ²(1, N = 1133) = 0.05, p = .827, Cramér's V = 0.01.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logistic regression with birth weight (g), infant sex: Girl (vs Boy), paracetamol after MR1: Yes (vs No) as predictors of seroconversion (Yes versus No) was significant, χ²(3, N = 1133) = 10.72, p = .013, Nagelkerke R² = .021. The model classified 91.4% of cases correctly (AUC = .59). Odds ratios: birth weight (g) (OR = 1.00, 95% CI [1.00, 1.00], p = .474); infant sex: Girl (vs Boy) (OR = 0.97, 95% CI [0.64, 1.48], p = .902); paracetamol after MR1: Yes (vs No) (OR = 0.46, 95% CI [0.29, 0.73], p &lt; .001).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was a moderate positive correlation between the mother's haemoglobin at 34 weeks and birth weight (g), which was statistically significant, r(1196) = .31, p &lt; .001, 95% CI [.26, .36].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independent-samples Welch t-test showed that birth weight (g) differed significantly between boys (M = 2955.67, SD = 404.24) and girls (M = 2840.56, SD = 415.40), t(1183.18) = 4.85, p &lt; .001, g = 0.28, 95% CI of the difference [68.59, 161.64].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371600"/>
            <a:ext cx="35661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of birth weight (g)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Note. The dashed curve is a normal distribution with the same mean and standard deviation as the data.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Infants whose parents gave paracetamol after MR1 seroconverted less often, which supports H1 and follows the same direction as the trial of prophylactic paracetamol (Prymula et al., 2009).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Paracetamol was given more often to infants with fever, so fever itself or a stronger reaction may explain part of the link. The data are simulated, and paracetamol use was reported by parents.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Birth weight rose with the mother's haemoglobin at 34 weeks (r = .31).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Paracetamol given after MR1 went with lower seroconversion. Advice at the vaccination session should say to give it for fever, not to every infant.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Homme, J. H., &amp; Fischer, P. R. (2010). Prophylactic paracetamol at the time of infant vaccination reduces the risk of fever but also reduces antibody response. BMJ Evidence-Based Medicine, 15(2), 50–51. https://doi.org/10.1136/ebm1049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Moss, W. J., &amp; Griffin, D. E. (2012). Measles. The Lancet, 379(9811), 153–164. https://doi.org/10.1016/s0140-6736(10)62352-5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Prymula, R., Siegrist, C. A., Chlibek, R., Zemlickova, H., Vackova, M., Smetana, J., Lommel, P., Kaliskova, E., Borys, D., &amp; Schuerman, L. (2009). Effect of prophylactic paracetamol administration at time of vaccination on febrile reactions and antibody…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Sil, A., Ravi, M. D., Patnaik, B. N., Dhingra, M. S., Dupuy, M., Gandhi, D. J., Dhaded, S. M., Dubey, A. P., Kundu, R., Lalwani, S. K., Chhatwal, J., Mathew, L. G., Gupta, M., Sharma, S. D., Bavdekar, S. B., Rout, S. P., Midde, V. J., D’Cor, N. A., Mangarule,…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2026-10-31T14:49:02Z</dcterms:created>
  <dcterms:modified xsi:type="dcterms:W3CDTF">2026-10-31T14:49:02Z</dcterms:modified>
</cp:coreProperties>
</file>