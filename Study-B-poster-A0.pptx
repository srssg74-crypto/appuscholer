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66640" cy="42793920"/>
  <p:notesSz cx="42793920" cy="302666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66640" cy="5120640"/>
          </a:xfrm>
          <a:prstGeom prst="rect">
            <a:avLst/>
          </a:prstGeom>
          <a:solidFill>
            <a:srgbClr val="4B2E9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28437840" cy="3017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paracetamol given after the measles-rubella vaccine lower the antibody response in nine-month-old infants in Jaipur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2843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 Verma (demo student), MA Psychology, Jaipur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5760720"/>
            <a:ext cx="13761720" cy="7613904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5989320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80160" y="7315200"/>
            <a:ext cx="13030200" cy="57851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Measles still kills children where vaccine coverage is low, and two doses of a measles-containing vaccine prevent almost all cases (Moss &amp; Griffin, 2012).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randomised trial, infants given prophylactic paracetamol at vaccination had lower antibody responses to several vaccines (Prymula et al., 2009).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Trials in Europe found lower antibody responses when infants were given paracetamol at vaccination, but a search of OpenAlex and PubMed for 2009 to 2025 found no Indian study of measles antibody…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present study asked: Does paracetamol given after the measles-rubella vaccine lower the antibody response in nine-month-old infants in Jaipur?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Infants given paracetamol after MR1 will seroconvert less often than infants not given paracetamol.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Seroconversion will not differ between boys and girls.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13923264"/>
            <a:ext cx="13761720" cy="7595108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4151864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280160" y="15477744"/>
            <a:ext cx="13030200" cy="57663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 This was a cohort study.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Participants. Infants born in the simulated Janani cohort, Jaipur, who received the first measles-rubella dose (MR1) at 9 months.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Measures. Seroconversion. Recorded as yes or no.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Paracetamol after MR1. Recorded as yes or no.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Infant sex. Recorded as: Boy, Girl.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 weight. Taken from the hospital laboratory report or the antenatal card.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birth weight. Recorded as: Yes, No.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and ethics. The data are simulated to test Appuscholar; no real infant took part.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Analysis. The main hypothesis was tested with a logistic regression.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5590520" y="5760720"/>
            <a:ext cx="13761720" cy="20073620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56280" y="5989320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5956280" y="7315200"/>
            <a:ext cx="13030200" cy="104724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for each hypothesis follow.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chi-square test of independence showed a significant association between paracetamol after MR1 and seroconversion, χ²(1, N = 1133) = 11.42, p &lt; .001, Cramér's V = 0.10.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chi-square test of independence showed no significant association between infant sex and seroconversion, χ²(1, N = 1133) = 0.05, p = .827, Cramér's V = 0.01.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logistic regression with birth weight (g), infant sex: Girl (vs Boy), paracetamol after MR1: Yes (vs No) as predictors of seroconversion (Yes versus No) was significant, χ²(3, N = 1133) = 10.72, p = .013, Nagelkerke R² = .021. The model classified 91.4% of cases correctly (AUC = .59). Odds ratios: birth weight (g) (OR = 1.00, 95% CI [1.00, 1.00], p = .474); infant sex: Girl (vs Boy) (OR = 0.97, 95% CI [0.64, 1.48], p = .902); paracetamol after MR1: Yes (vs No) (OR = 0.46, 95% CI [0.29, 0.73], p &lt; .001).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was a moderate positive correlation between the mother's haemoglobin at 34 weeks and birth weight (g), which was statistically significant, r(1196) = .31, p &lt; .001, 95% CI [.26, .36].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independent-samples Welch t-test showed that birth weight (g) differed significantly between boys (M = 2955.67, SD = 404.24) and girls (M = 2840.56, SD = 415.40), t(1183.18) = 4.85, p &lt; .001, g = 0.28, 95% CI of the difference [68.59, 161.64].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birth weight (g)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Note. The dashed curve is a normal distribution with the same mean and standard deviation as the data.</a:t>
            </a:r>
            <a:endParaRPr lang="en-US" sz="2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322040" y="17787620"/>
            <a:ext cx="12298680" cy="7498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5590520" y="26382980"/>
            <a:ext cx="13761720" cy="4684776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956280" y="26611580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15956280" y="27937460"/>
            <a:ext cx="13030200" cy="2855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Infants whose parents gave paracetamol after MR1 seroconverted less often, which supports H1 and follows the same direction as the trial of prophylactic paracetamol (Prymula et al., 2009).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Paracetamol was given more often to infants with fever, so fever itself or a stronger reaction may explain part of the link. The data are simulated, and paracetamol use was reported by parents.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15590520" y="31616396"/>
            <a:ext cx="13761720" cy="2945384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956280" y="31844996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15956280" y="33170876"/>
            <a:ext cx="13030200" cy="1116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Paracetamol given after MR1 went with lower seroconversion. Advice at the vaccination session should say to give it for fever, not to every infant.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15590520" y="35110420"/>
            <a:ext cx="13761720" cy="4905380"/>
          </a:xfrm>
          <a:prstGeom prst="rect">
            <a:avLst/>
          </a:prstGeom>
          <a:solidFill>
            <a:srgbClr val="F6F3FD"/>
          </a:solidFill>
          <a:ln w="25400">
            <a:solidFill>
              <a:srgbClr val="C9B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956280" y="35339020"/>
            <a:ext cx="1303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800" dirty="0"/>
          </a:p>
        </p:txBody>
      </p:sp>
      <p:sp>
        <p:nvSpPr>
          <p:cNvPr id="23" name="Text 20"/>
          <p:cNvSpPr/>
          <p:nvPr/>
        </p:nvSpPr>
        <p:spPr>
          <a:xfrm>
            <a:off x="15956280" y="36664900"/>
            <a:ext cx="13030200" cy="30765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Homme, J. H., &amp; Fischer, P. R. (2010). Prophylactic paracetamol at the time of infant vaccination reduces the risk of fever but also reduces antibody response. BMJ Evidence-Based Medicine, 15(2), 50–51. https://doi.org/10.1136/ebm1049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Moss, W. J., &amp; Griffin, D. E. (2012). Measles. The Lancet, 379(9811), 153–164. https://doi.org/10.1016/s0140-6736(10)62352-5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Prymula, R., Siegrist, C. A., Chlibek, R., Zemlickova, H., Vackova, M., Smetana, J., Lommel, P., Kaliskova, E., Borys, D., &amp; Schuerman, L. (2009). Effect of prophylactic paracetamol administration at time of vaccination on febrile reactions and antibody responses in children: two open-label, randomised controlled trials. The Lancet, 374(9698), 1339–1350. https://doi.org/10.1016/s0140-6736(09)61208-3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Sil, A., Ravi, M. D., Patnaik, B. N., Dhingra, M. S., Dupuy, M., Gandhi, D. J., Dhaded, S. M., Dubey, A. P., Kundu, R., Lalwani, S. K., Chhatwal, J., Mathew, L. G., Gupta, M., Sharma, S. D., Bavdekar, S. B., Rout, S. P., Midde, V. J., D’Cor, N. A., Mangarule, S., . . . E, J. R. (2017). Effect of prophylactic or therapeutic administration of paracetamol on immune response to DTwP-HepB-Hib combination vaccine in Indian infants. Vaccine, 35(22), 2999–3006. https://doi.org/10.1016/j.vaccine.2017.03.009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4400" y="41788080"/>
            <a:ext cx="2843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 Appuscholar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2026-10-26T04:04:52Z</dcterms:created>
  <dcterms:modified xsi:type="dcterms:W3CDTF">2026-10-26T04:04:52Z</dcterms:modified>
</cp:coreProperties>
</file>